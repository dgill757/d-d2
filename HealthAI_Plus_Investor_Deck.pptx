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05" d="100"/>
          <a:sy n="205" d="100"/>
        </p:scale>
        <p:origin x="534" y="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HealthAI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2C39A"/>
                </a:solidFill>
              </a:defRPr>
            </a:pPr>
            <a:r>
              <a:t>AI-Powered Medicare &amp; Medicaid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Transforming Healthcare Administration with Autonomous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The $262 Billion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28090"/>
                </a:solidFill>
              </a:defRPr>
            </a:pPr>
            <a:r>
              <a:t>$262B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in claims denied annually from $3T 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Average provider loses $5M annually to denials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Claims processing takes 7+ days for 45-minute procedures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Administrative costs consume 25-30% of healthcare spending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Denial rates increased 51% (2021-2023) despite AI investments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HealthAI Plus: The Complete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5FAFC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AI-Powered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11679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Medicare Advantage Plans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Medicaid Managed Care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Dual-Eligible SNPs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Part D Drug Coverage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Supplemental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097280"/>
            <a:ext cx="2560320" cy="3200400"/>
          </a:xfrm>
          <a:prstGeom prst="rect">
            <a:avLst/>
          </a:prstGeom>
          <a:solidFill>
            <a:srgbClr val="F0F5F8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2801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Autonomous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011679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Zero-touch claims (95%+)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Real-time eligibility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Automated prior auth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Intelligent appeals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Fraud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2560320" cy="3200400"/>
          </a:xfrm>
          <a:prstGeom prst="rect">
            <a:avLst/>
          </a:prstGeom>
          <a:solidFill>
            <a:srgbClr val="F5FAFC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Provider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2011679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Unified portal access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Instant reimbursement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AI coding assistance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24/7 AI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Proprietary AI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Agentic 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Autonomous claims processing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Policy-driven decision making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Self-learning fraud detection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Predictive denial prevention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2344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Integration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19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HL7 FHIR APIs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EHR connectivity (Epic, Cerner)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Payer network integration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Real-time data exchange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7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Analytics &amp;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RAF score optimization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Quality metrics (HEDIS, Stars)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Contract intelligence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Population health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3017520"/>
            <a:ext cx="73152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15467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Compliance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56616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CMS regulatory updates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HIPAA security (SOC 2)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Audit trail generation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State-specific guidelines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Revenue Model: Triple-Layer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Insurance Premium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02C39A"/>
                </a:solidFill>
              </a:defRPr>
            </a:pPr>
            <a:r>
              <a:t>$200-300 PMPM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CMS capitation payments (Medicare Advantage)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State Medicaid contracts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Member premium collections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Risk adjustment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SaaS Platform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02C39A"/>
                </a:solidFill>
              </a:defRPr>
            </a:pPr>
            <a:r>
              <a:t>$50-150 per provider/month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Claims automation platform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Prior authorization AI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Analytics &amp; reporting suite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API access for integrations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Performance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02C39A"/>
                </a:solidFill>
              </a:defRPr>
            </a:pPr>
            <a:r>
              <a:t>15-25% of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5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Denial reduction guarantees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Shared savings contracts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Value-based care bonuses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Quality metrics improvements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Massive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28090"/>
                </a:solidFill>
              </a:defRPr>
            </a:pPr>
            <a:r>
              <a:t>68M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Medicare beneficiaries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28090"/>
                </a:solidFill>
              </a:defRPr>
            </a:pPr>
            <a:r>
              <a:t>34M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Medicare Advantage 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28090"/>
                </a:solidFill>
              </a:defRPr>
            </a:pPr>
            <a:r>
              <a:t>85M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Medicaid enrollees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28090"/>
                </a:solidFill>
              </a:defRPr>
            </a:pPr>
            <a:r>
              <a:t>$1.2T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00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Total Medicare spending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Growth Drivers: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5.06% YoY payment increase to MA plans (2026)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10,000 Americans turning 65 daily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Medicaid expansion in 40+ states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CMS mandate for AI-powered prior authorization pilots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" y="1234439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95%+ Automation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1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Competitors achieve 60-70%; our agentic AI handles routine claims with zero human touch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5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9659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48-Hour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vs. 6-12 month legacy system deployments; 500 charts vs. 10,000+ for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697479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Unified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First to combine insurance operations + provider tools + member portal in single ecosystem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39"/>
            <a:ext cx="8229600" cy="640080"/>
          </a:xfrm>
          <a:prstGeom prst="rect">
            <a:avLst/>
          </a:prstGeom>
          <a:solidFill>
            <a:srgbClr val="F5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" y="3428999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Real-Time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7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Live CMS policy updates, instant eligibility, predictive denials before submission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59"/>
            <a:ext cx="8229600" cy="64008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1479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Proven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4339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Clients reduce denials 65%, A/R days by 5+, admin costs by 40% in first 90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12-Month Launch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Q1 2026: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0972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CMS bid submission (Medicare Advantage)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State Medicaid RFP responses (3-5 states)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Platform beta with 10 provider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Q2 2026: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0116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First MA contracts active (10K+ members)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Medicaid managed care launch (2 states)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SaaS expansion to 100+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Q3 2026: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9260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50K member enrollment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500+ provider network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Star Ratings optimization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Q4 2026: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8404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100K members across 5+ states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National provider platform rollout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Series A preparation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5-Year 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$180M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$35M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81%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Year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250K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$600M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$120M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Year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500K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$1.2B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$300M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Year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$2.4B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$720M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Key Metrics: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Unit Economics: $240 LTV per member at 70% gross margin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CAC Payback: 8 months for insurance, 3 months for SaaS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Break-even: Month 18 at 45K 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Investment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2C39A"/>
                </a:solidFill>
              </a:rPr>
              <a:t>Seeking: </a:t>
            </a:r>
            <a:r>
              <a:rPr sz="1400">
                <a:solidFill>
                  <a:srgbClr val="FFFFFF"/>
                </a:solidFill>
              </a:rPr>
              <a:t>$25M Series Seed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2C39A"/>
                </a:solidFill>
              </a:rPr>
              <a:t>Use of Funds: </a:t>
            </a:r>
            <a:r>
              <a:rPr sz="1400">
                <a:solidFill>
                  <a:srgbClr val="FFFFFF"/>
                </a:solidFill>
              </a:rPr>
              <a:t>CMS licensing &amp; state contracts (40%), technology development (30%), go-to-market (20%), working capital (10%)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2C39A"/>
                </a:solidFill>
              </a:rPr>
              <a:t>Valuation: </a:t>
            </a:r>
            <a:r>
              <a:rPr sz="1400">
                <a:solidFill>
                  <a:srgbClr val="FFFFFF"/>
                </a:solidFill>
              </a:rPr>
              <a:t>$75M pre-money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2C39A"/>
                </a:solidFill>
              </a:rPr>
              <a:t>Exit Strategy: </a:t>
            </a:r>
            <a:r>
              <a:rPr sz="1400">
                <a:solidFill>
                  <a:srgbClr val="FFFFFF"/>
                </a:solidFill>
              </a:rPr>
              <a:t>Strategic acquisition by major payer (UnitedHealth, Anthem, Humana) or IPO at $3B+ valuation Year 5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2C39A"/>
                </a:solidFill>
              </a:rPr>
              <a:t>Expected IRR: </a:t>
            </a:r>
            <a:r>
              <a:rPr sz="1400">
                <a:solidFill>
                  <a:srgbClr val="FFFFFF"/>
                </a:solidFill>
              </a:rPr>
              <a:t>35-45% over 5 years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Why Now? Why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CMS actively piloting AI prior authorization (2026-2032)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Medicare Advantage enrollment growing 8% annually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Payers desperate for cost reduction amid drug price negotiation pressure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Provider burnout crisis creating demand for admin automation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First-mover advantage in AI-native health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</a:defRPr>
            </a:pPr>
            <a:r>
              <a:t>Contact Us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investors@healthaiplus.com  |  www.healthaiplus.com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707</Words>
  <Application>Microsoft Office PowerPoint</Application>
  <PresentationFormat>On-screen Show (16:9)</PresentationFormat>
  <Paragraphs>177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Dan Gill</dc:creator>
  <cp:keywords/>
  <dc:description>generated using python-pptx</dc:description>
  <cp:lastModifiedBy>Dan Gill</cp:lastModifiedBy>
  <cp:revision>2</cp:revision>
  <dcterms:created xsi:type="dcterms:W3CDTF">2013-01-27T09:14:16Z</dcterms:created>
  <dcterms:modified xsi:type="dcterms:W3CDTF">2026-02-12T22:31:05Z</dcterms:modified>
  <cp:category/>
</cp:coreProperties>
</file>